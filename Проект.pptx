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B8BF-DDBF-4F1A-811C-72D0934695FE}" type="datetimeFigureOut">
              <a:rPr lang="ru-RU" smtClean="0"/>
              <a:t>22.01.2020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51D9C-1583-4FD5-B224-D5A2ABAA03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01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B8BF-DDBF-4F1A-811C-72D0934695FE}" type="datetimeFigureOut">
              <a:rPr lang="ru-RU" smtClean="0"/>
              <a:t>22.01.2020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51D9C-1583-4FD5-B224-D5A2ABAA03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919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B8BF-DDBF-4F1A-811C-72D0934695FE}" type="datetimeFigureOut">
              <a:rPr lang="ru-RU" smtClean="0"/>
              <a:t>22.01.2020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51D9C-1583-4FD5-B224-D5A2ABAA03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8711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B8BF-DDBF-4F1A-811C-72D0934695FE}" type="datetimeFigureOut">
              <a:rPr lang="ru-RU" smtClean="0"/>
              <a:t>22.01.2020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51D9C-1583-4FD5-B224-D5A2ABAA03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883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B8BF-DDBF-4F1A-811C-72D0934695FE}" type="datetimeFigureOut">
              <a:rPr lang="ru-RU" smtClean="0"/>
              <a:t>22.01.2020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51D9C-1583-4FD5-B224-D5A2ABAA03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8146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B8BF-DDBF-4F1A-811C-72D0934695FE}" type="datetimeFigureOut">
              <a:rPr lang="ru-RU" smtClean="0"/>
              <a:t>22.01.2020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51D9C-1583-4FD5-B224-D5A2ABAA03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119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B8BF-DDBF-4F1A-811C-72D0934695FE}" type="datetimeFigureOut">
              <a:rPr lang="ru-RU" smtClean="0"/>
              <a:t>22.01.2020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51D9C-1583-4FD5-B224-D5A2ABAA03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4297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B8BF-DDBF-4F1A-811C-72D0934695FE}" type="datetimeFigureOut">
              <a:rPr lang="ru-RU" smtClean="0"/>
              <a:t>22.01.2020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51D9C-1583-4FD5-B224-D5A2ABAA03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0096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B8BF-DDBF-4F1A-811C-72D0934695FE}" type="datetimeFigureOut">
              <a:rPr lang="ru-RU" smtClean="0"/>
              <a:t>22.01.2020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51D9C-1583-4FD5-B224-D5A2ABAA03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2350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B8BF-DDBF-4F1A-811C-72D0934695FE}" type="datetimeFigureOut">
              <a:rPr lang="ru-RU" smtClean="0"/>
              <a:t>22.01.2020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51D9C-1583-4FD5-B224-D5A2ABAA03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6239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B8BF-DDBF-4F1A-811C-72D0934695FE}" type="datetimeFigureOut">
              <a:rPr lang="ru-RU" smtClean="0"/>
              <a:t>22.01.2020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51D9C-1583-4FD5-B224-D5A2ABAA03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5440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1B8BF-DDBF-4F1A-811C-72D0934695FE}" type="datetimeFigureOut">
              <a:rPr lang="ru-RU" smtClean="0"/>
              <a:t>22.01.2020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51D9C-1583-4FD5-B224-D5A2ABAA03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6934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544341"/>
          </a:xfrm>
          <a:ln>
            <a:noFill/>
          </a:ln>
          <a:effectLst>
            <a:outerShdw blurRad="107950" dist="12700" dir="5400000" algn="ctr">
              <a:srgbClr val="000000"/>
            </a:outerShdw>
            <a:softEdge rad="317500"/>
          </a:effectLst>
        </p:spPr>
        <p:txBody>
          <a:bodyPr>
            <a:normAutofit/>
          </a:bodyPr>
          <a:lstStyle/>
          <a:p>
            <a:r>
              <a:rPr lang="ru-RU" dirty="0" smtClean="0">
                <a:solidFill>
                  <a:schemeClr val="accent2"/>
                </a:solidFill>
                <a:latin typeface="Impact" panose="020B0806030902050204" pitchFamily="34" charset="0"/>
              </a:rPr>
              <a:t>Проект </a:t>
            </a:r>
            <a:r>
              <a:rPr lang="en-US" dirty="0" smtClean="0">
                <a:solidFill>
                  <a:schemeClr val="accent2"/>
                </a:solidFill>
                <a:latin typeface="Impact" panose="020B0806030902050204" pitchFamily="34" charset="0"/>
              </a:rPr>
              <a:t>“PYGAME”</a:t>
            </a:r>
            <a:r>
              <a:rPr lang="ru-RU" dirty="0" smtClean="0">
                <a:solidFill>
                  <a:schemeClr val="accent2"/>
                </a:solidFill>
                <a:latin typeface="Impact" panose="020B0806030902050204" pitchFamily="34" charset="0"/>
              </a:rPr>
              <a:t/>
            </a:r>
            <a:br>
              <a:rPr lang="ru-RU" dirty="0" smtClean="0">
                <a:solidFill>
                  <a:schemeClr val="accent2"/>
                </a:solidFill>
                <a:latin typeface="Impact" panose="020B0806030902050204" pitchFamily="34" charset="0"/>
              </a:rPr>
            </a:br>
            <a:r>
              <a:rPr lang="ru-RU" dirty="0">
                <a:solidFill>
                  <a:schemeClr val="accent2"/>
                </a:solidFill>
                <a:latin typeface="Impact" panose="020B0806030902050204" pitchFamily="34" charset="0"/>
              </a:rPr>
              <a:t/>
            </a:r>
            <a:br>
              <a:rPr lang="ru-RU" dirty="0">
                <a:solidFill>
                  <a:schemeClr val="accent2"/>
                </a:solidFill>
                <a:latin typeface="Impact" panose="020B0806030902050204" pitchFamily="34" charset="0"/>
              </a:rPr>
            </a:br>
            <a:r>
              <a:rPr lang="ru-RU" dirty="0" smtClean="0">
                <a:solidFill>
                  <a:schemeClr val="accent2"/>
                </a:solidFill>
                <a:latin typeface="Impact" panose="020B0806030902050204" pitchFamily="34" charset="0"/>
              </a:rPr>
              <a:t/>
            </a:r>
            <a:br>
              <a:rPr lang="ru-RU" dirty="0" smtClean="0">
                <a:solidFill>
                  <a:schemeClr val="accent2"/>
                </a:solidFill>
                <a:latin typeface="Impact" panose="020B0806030902050204" pitchFamily="34" charset="0"/>
              </a:rPr>
            </a:br>
            <a:r>
              <a:rPr lang="en-US" smtClean="0">
                <a:solidFill>
                  <a:schemeClr val="accent2"/>
                </a:solidFill>
                <a:latin typeface="Impact" panose="020B0806030902050204" pitchFamily="34" charset="0"/>
              </a:rPr>
              <a:t>“Tank</a:t>
            </a:r>
            <a:r>
              <a:rPr lang="en-US">
                <a:solidFill>
                  <a:schemeClr val="accent2"/>
                </a:solidFill>
                <a:latin typeface="Impact" panose="020B0806030902050204" pitchFamily="34" charset="0"/>
              </a:rPr>
              <a:t>s</a:t>
            </a:r>
            <a:r>
              <a:rPr lang="en-US" smtClean="0">
                <a:solidFill>
                  <a:schemeClr val="accent2"/>
                </a:solidFill>
                <a:latin typeface="Impact" panose="020B0806030902050204" pitchFamily="34" charset="0"/>
              </a:rPr>
              <a:t>”</a:t>
            </a:r>
            <a:r>
              <a:rPr lang="ru-RU" dirty="0" smtClean="0">
                <a:solidFill>
                  <a:schemeClr val="accent2"/>
                </a:solidFill>
                <a:latin typeface="Impact" panose="020B0806030902050204" pitchFamily="34" charset="0"/>
              </a:rPr>
              <a:t/>
            </a:r>
            <a:br>
              <a:rPr lang="ru-RU" dirty="0" smtClean="0">
                <a:solidFill>
                  <a:schemeClr val="accent2"/>
                </a:solidFill>
                <a:latin typeface="Impact" panose="020B0806030902050204" pitchFamily="34" charset="0"/>
              </a:rPr>
            </a:br>
            <a:endParaRPr lang="ru-RU" dirty="0">
              <a:solidFill>
                <a:schemeClr val="accent2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269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46974" y="437882"/>
            <a:ext cx="1079249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b="1" dirty="0" smtClean="0">
                <a:solidFill>
                  <a:schemeClr val="accent2"/>
                </a:solidFill>
              </a:rPr>
              <a:t>Структура кода</a:t>
            </a:r>
            <a:r>
              <a:rPr lang="en-US" sz="3200" b="1" dirty="0" smtClean="0">
                <a:solidFill>
                  <a:schemeClr val="accent2"/>
                </a:solidFill>
              </a:rPr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2"/>
                </a:solidFill>
              </a:rPr>
              <a:t>main.py: </a:t>
            </a:r>
            <a:r>
              <a:rPr lang="ru-RU" sz="3200" b="1" dirty="0" smtClean="0">
                <a:solidFill>
                  <a:schemeClr val="accent2"/>
                </a:solidFill>
              </a:rPr>
              <a:t>В этом файле были описаны все функции и основной цикл игры.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2"/>
                </a:solidFill>
              </a:rPr>
              <a:t>global_perms.py: </a:t>
            </a:r>
            <a:r>
              <a:rPr lang="ru-RU" sz="3200" b="1" dirty="0" smtClean="0">
                <a:solidFill>
                  <a:schemeClr val="accent2"/>
                </a:solidFill>
              </a:rPr>
              <a:t>Этот файл был создан</a:t>
            </a:r>
            <a:r>
              <a:rPr lang="en-US" sz="3200" b="1" dirty="0" smtClean="0">
                <a:solidFill>
                  <a:schemeClr val="accent2"/>
                </a:solidFill>
              </a:rPr>
              <a:t>,</a:t>
            </a:r>
            <a:r>
              <a:rPr lang="ru-RU" sz="3200" b="1" dirty="0" smtClean="0">
                <a:solidFill>
                  <a:schemeClr val="accent2"/>
                </a:solidFill>
              </a:rPr>
              <a:t> дабы использовать глобальные переменные</a:t>
            </a:r>
            <a:r>
              <a:rPr lang="en-US" sz="3200" b="1" dirty="0" smtClean="0">
                <a:solidFill>
                  <a:schemeClr val="accent2"/>
                </a:solidFill>
              </a:rPr>
              <a:t>,</a:t>
            </a:r>
            <a:r>
              <a:rPr lang="ru-RU" sz="3200" b="1" dirty="0" smtClean="0">
                <a:solidFill>
                  <a:schemeClr val="accent2"/>
                </a:solidFill>
              </a:rPr>
              <a:t> влияющие на игру</a:t>
            </a:r>
            <a:r>
              <a:rPr lang="en-US" sz="3200" b="1" dirty="0" smtClean="0">
                <a:solidFill>
                  <a:schemeClr val="accent2"/>
                </a:solidFill>
              </a:rPr>
              <a:t>,</a:t>
            </a:r>
            <a:r>
              <a:rPr lang="ru-RU" sz="3200" b="1" dirty="0" smtClean="0">
                <a:solidFill>
                  <a:schemeClr val="accent2"/>
                </a:solidFill>
              </a:rPr>
              <a:t> из всех файлов игры.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2"/>
                </a:solidFill>
              </a:rPr>
              <a:t>Images.py: </a:t>
            </a:r>
            <a:r>
              <a:rPr lang="ru-RU" sz="3200" b="1" dirty="0" smtClean="0">
                <a:solidFill>
                  <a:schemeClr val="accent2"/>
                </a:solidFill>
              </a:rPr>
              <a:t>В этом файле загружались все спрайты</a:t>
            </a:r>
            <a:r>
              <a:rPr lang="en-US" sz="3200" b="1" dirty="0" smtClean="0">
                <a:solidFill>
                  <a:schemeClr val="accent2"/>
                </a:solidFill>
              </a:rPr>
              <a:t>,</a:t>
            </a:r>
            <a:r>
              <a:rPr lang="ru-RU" sz="3200" b="1" dirty="0" smtClean="0">
                <a:solidFill>
                  <a:schemeClr val="accent2"/>
                </a:solidFill>
              </a:rPr>
              <a:t> которые используются  игру.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2"/>
                </a:solidFill>
              </a:rPr>
              <a:t>classes.py: </a:t>
            </a:r>
            <a:r>
              <a:rPr lang="ru-RU" sz="3200" b="1" dirty="0" smtClean="0">
                <a:solidFill>
                  <a:schemeClr val="accent2"/>
                </a:solidFill>
              </a:rPr>
              <a:t>А в этом были описаны все классы</a:t>
            </a:r>
            <a:r>
              <a:rPr lang="en-US" sz="3200" b="1" dirty="0" smtClean="0">
                <a:solidFill>
                  <a:schemeClr val="accent2"/>
                </a:solidFill>
              </a:rPr>
              <a:t>,</a:t>
            </a:r>
            <a:r>
              <a:rPr lang="ru-RU" sz="3200" b="1" dirty="0" smtClean="0">
                <a:solidFill>
                  <a:schemeClr val="accent2"/>
                </a:solidFill>
              </a:rPr>
              <a:t> которые были использованы в игре</a:t>
            </a:r>
            <a:r>
              <a:rPr lang="ru-RU" sz="3200" b="1" dirty="0">
                <a:solidFill>
                  <a:schemeClr val="accent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7688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46974" y="437882"/>
            <a:ext cx="1079249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b="1" dirty="0" smtClean="0">
                <a:solidFill>
                  <a:schemeClr val="accent2"/>
                </a:solidFill>
              </a:rPr>
              <a:t>Структура данных</a:t>
            </a:r>
            <a:r>
              <a:rPr lang="en-US" sz="3200" b="1" dirty="0" smtClean="0">
                <a:solidFill>
                  <a:schemeClr val="accent2"/>
                </a:solidFill>
              </a:rPr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u-RU" sz="3200" b="1" dirty="0" smtClean="0">
                <a:solidFill>
                  <a:schemeClr val="accent2"/>
                </a:solidFill>
              </a:rPr>
              <a:t>В папке </a:t>
            </a:r>
            <a:r>
              <a:rPr lang="en-US" sz="3200" b="1" dirty="0" smtClean="0">
                <a:solidFill>
                  <a:schemeClr val="accent2"/>
                </a:solidFill>
              </a:rPr>
              <a:t>sprites </a:t>
            </a:r>
            <a:r>
              <a:rPr lang="ru-RU" sz="3200" b="1" dirty="0" smtClean="0">
                <a:solidFill>
                  <a:schemeClr val="accent2"/>
                </a:solidFill>
              </a:rPr>
              <a:t>хранятся все спрайты игры.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u-RU" sz="3200" b="1" dirty="0" smtClean="0">
                <a:solidFill>
                  <a:schemeClr val="accent2"/>
                </a:solidFill>
              </a:rPr>
              <a:t>В папке </a:t>
            </a:r>
            <a:r>
              <a:rPr lang="en-US" sz="3200" b="1" dirty="0" smtClean="0">
                <a:solidFill>
                  <a:schemeClr val="accent2"/>
                </a:solidFill>
              </a:rPr>
              <a:t>music </a:t>
            </a:r>
            <a:r>
              <a:rPr lang="ru-RU" sz="3200" b="1" dirty="0" smtClean="0">
                <a:solidFill>
                  <a:schemeClr val="accent2"/>
                </a:solidFill>
              </a:rPr>
              <a:t>хранится одна музыка</a:t>
            </a:r>
            <a:r>
              <a:rPr lang="en-US" sz="3200" b="1" dirty="0" smtClean="0">
                <a:solidFill>
                  <a:schemeClr val="accent2"/>
                </a:solidFill>
              </a:rPr>
              <a:t>. </a:t>
            </a:r>
            <a:r>
              <a:rPr lang="en-US" sz="3200" b="1" dirty="0" err="1" smtClean="0">
                <a:solidFill>
                  <a:schemeClr val="accent2"/>
                </a:solidFill>
              </a:rPr>
              <a:t>xD</a:t>
            </a:r>
            <a:endParaRPr lang="ru-RU" sz="3200" b="1" dirty="0" smtClean="0">
              <a:solidFill>
                <a:schemeClr val="accent2"/>
              </a:solidFill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u-RU" sz="3200" b="1" dirty="0" smtClean="0">
                <a:solidFill>
                  <a:schemeClr val="accent2"/>
                </a:solidFill>
              </a:rPr>
              <a:t>Ну а папка </a:t>
            </a:r>
            <a:r>
              <a:rPr lang="en-US" sz="3200" b="1" dirty="0" smtClean="0">
                <a:solidFill>
                  <a:schemeClr val="accent2"/>
                </a:solidFill>
              </a:rPr>
              <a:t>levels </a:t>
            </a:r>
            <a:r>
              <a:rPr lang="ru-RU" sz="3200" b="1" dirty="0" smtClean="0">
                <a:solidFill>
                  <a:schemeClr val="accent2"/>
                </a:solidFill>
              </a:rPr>
              <a:t>отвечает за уровни игры.</a:t>
            </a:r>
          </a:p>
        </p:txBody>
      </p:sp>
    </p:spTree>
    <p:extLst>
      <p:ext uri="{BB962C8B-B14F-4D97-AF65-F5344CB8AC3E}">
        <p14:creationId xmlns:p14="http://schemas.microsoft.com/office/powerpoint/2010/main" val="3380682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46974" y="437882"/>
            <a:ext cx="1079249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b="1" dirty="0" smtClean="0">
                <a:solidFill>
                  <a:schemeClr val="accent2"/>
                </a:solidFill>
              </a:rPr>
              <a:t>Хранение уровней</a:t>
            </a:r>
            <a:r>
              <a:rPr lang="en-US" sz="3200" b="1" dirty="0" smtClean="0">
                <a:solidFill>
                  <a:schemeClr val="accent2"/>
                </a:solidFill>
              </a:rPr>
              <a:t>: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ru-RU" sz="3200" b="1" dirty="0" smtClean="0">
                <a:solidFill>
                  <a:schemeClr val="accent2"/>
                </a:solidFill>
              </a:rPr>
              <a:t>В первых 40 строках описывается сама карта</a:t>
            </a:r>
            <a:r>
              <a:rPr lang="en-US" sz="3200" b="1" dirty="0" smtClean="0">
                <a:solidFill>
                  <a:schemeClr val="accent2"/>
                </a:solidFill>
              </a:rPr>
              <a:t>,</a:t>
            </a:r>
            <a:r>
              <a:rPr lang="ru-RU" sz="3200" b="1" dirty="0" smtClean="0">
                <a:solidFill>
                  <a:schemeClr val="accent2"/>
                </a:solidFill>
              </a:rPr>
              <a:t> в которой</a:t>
            </a:r>
            <a:r>
              <a:rPr lang="en-US" sz="3200" b="1" dirty="0" smtClean="0">
                <a:solidFill>
                  <a:schemeClr val="accent2"/>
                </a:solidFill>
              </a:rPr>
              <a:t>:</a:t>
            </a:r>
            <a:endParaRPr lang="ru-RU" sz="3200" b="1" dirty="0" smtClean="0">
              <a:solidFill>
                <a:schemeClr val="accent2"/>
              </a:solidFill>
            </a:endParaRPr>
          </a:p>
          <a:p>
            <a:pPr marL="1828800" lvl="3" indent="-457200" algn="just">
              <a:buFont typeface="Arial" panose="020B0604020202020204" pitchFamily="34" charset="0"/>
              <a:buChar char="•"/>
            </a:pPr>
            <a:r>
              <a:rPr lang="ru-RU" sz="3200" b="1" dirty="0" smtClean="0">
                <a:solidFill>
                  <a:schemeClr val="accent2"/>
                </a:solidFill>
              </a:rPr>
              <a:t> </a:t>
            </a:r>
            <a:r>
              <a:rPr lang="en-US" sz="3200" b="1" dirty="0" smtClean="0">
                <a:solidFill>
                  <a:schemeClr val="accent2"/>
                </a:solidFill>
              </a:rPr>
              <a:t>“-”</a:t>
            </a:r>
            <a:r>
              <a:rPr lang="ru-RU" sz="3200" b="1" dirty="0" smtClean="0">
                <a:solidFill>
                  <a:schemeClr val="accent2"/>
                </a:solidFill>
              </a:rPr>
              <a:t> означает пустоту.</a:t>
            </a:r>
            <a:endParaRPr lang="en-US" sz="3200" b="1" dirty="0" smtClean="0">
              <a:solidFill>
                <a:schemeClr val="accent2"/>
              </a:solidFill>
            </a:endParaRPr>
          </a:p>
          <a:p>
            <a:pPr marL="1828800" lvl="3" indent="-457200"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2"/>
                </a:solidFill>
              </a:rPr>
              <a:t>“b” </a:t>
            </a:r>
            <a:r>
              <a:rPr lang="ru-RU" sz="3200" b="1" dirty="0" smtClean="0">
                <a:solidFill>
                  <a:schemeClr val="accent2"/>
                </a:solidFill>
              </a:rPr>
              <a:t>означает кирпич.</a:t>
            </a:r>
          </a:p>
          <a:p>
            <a:pPr marL="1828800" lvl="3" indent="-457200"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2"/>
                </a:solidFill>
              </a:rPr>
              <a:t>“w” </a:t>
            </a:r>
            <a:r>
              <a:rPr lang="ru-RU" sz="3200" b="1" dirty="0" smtClean="0">
                <a:solidFill>
                  <a:schemeClr val="accent2"/>
                </a:solidFill>
              </a:rPr>
              <a:t>означает воду.</a:t>
            </a:r>
          </a:p>
          <a:p>
            <a:pPr marL="1828800" lvl="3" indent="-457200"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2"/>
                </a:solidFill>
              </a:rPr>
              <a:t>“g” </a:t>
            </a:r>
            <a:r>
              <a:rPr lang="ru-RU" sz="3200" b="1" dirty="0" smtClean="0">
                <a:solidFill>
                  <a:schemeClr val="accent2"/>
                </a:solidFill>
              </a:rPr>
              <a:t>означает траву.</a:t>
            </a:r>
            <a:endParaRPr lang="ru-RU" sz="3200" b="1" dirty="0">
              <a:solidFill>
                <a:schemeClr val="accent2"/>
              </a:solidFill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ru-RU" sz="3200" b="1" dirty="0" smtClean="0">
                <a:solidFill>
                  <a:schemeClr val="accent2"/>
                </a:solidFill>
              </a:rPr>
              <a:t>Далее идут 4 строки с информацией</a:t>
            </a:r>
            <a:r>
              <a:rPr lang="en-US" sz="3200" b="1" dirty="0" smtClean="0">
                <a:solidFill>
                  <a:schemeClr val="accent2"/>
                </a:solidFill>
              </a:rPr>
              <a:t>:</a:t>
            </a:r>
          </a:p>
          <a:p>
            <a:pPr marL="1828800" lvl="3" indent="-457200"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2"/>
                </a:solidFill>
              </a:rPr>
              <a:t>1 </a:t>
            </a:r>
            <a:r>
              <a:rPr lang="ru-RU" sz="3200" b="1" dirty="0" smtClean="0">
                <a:solidFill>
                  <a:schemeClr val="accent2"/>
                </a:solidFill>
              </a:rPr>
              <a:t>строка</a:t>
            </a:r>
            <a:r>
              <a:rPr lang="en-US" sz="3200" b="1" dirty="0" smtClean="0">
                <a:solidFill>
                  <a:schemeClr val="accent2"/>
                </a:solidFill>
              </a:rPr>
              <a:t>:</a:t>
            </a:r>
            <a:r>
              <a:rPr lang="ru-RU" sz="3200" b="1" dirty="0" smtClean="0">
                <a:solidFill>
                  <a:schemeClr val="accent2"/>
                </a:solidFill>
              </a:rPr>
              <a:t> количество</a:t>
            </a:r>
            <a:r>
              <a:rPr lang="en-US" sz="3200" b="1" dirty="0" smtClean="0">
                <a:solidFill>
                  <a:schemeClr val="accent2"/>
                </a:solidFill>
              </a:rPr>
              <a:t> </a:t>
            </a:r>
            <a:r>
              <a:rPr lang="ru-RU" sz="3200" b="1" dirty="0" smtClean="0">
                <a:solidFill>
                  <a:schemeClr val="accent2"/>
                </a:solidFill>
              </a:rPr>
              <a:t>противников за уровень.</a:t>
            </a:r>
          </a:p>
          <a:p>
            <a:pPr marL="1828800" lvl="3" indent="-457200" algn="just">
              <a:buFont typeface="Arial" panose="020B0604020202020204" pitchFamily="34" charset="0"/>
              <a:buChar char="•"/>
            </a:pPr>
            <a:r>
              <a:rPr lang="ru-RU" sz="3200" b="1" dirty="0" smtClean="0">
                <a:solidFill>
                  <a:schemeClr val="accent2"/>
                </a:solidFill>
              </a:rPr>
              <a:t>2 строка</a:t>
            </a:r>
            <a:r>
              <a:rPr lang="en-US" sz="3200" b="1" dirty="0" smtClean="0">
                <a:solidFill>
                  <a:schemeClr val="accent2"/>
                </a:solidFill>
              </a:rPr>
              <a:t>:</a:t>
            </a:r>
            <a:r>
              <a:rPr lang="ru-RU" sz="3200" b="1" dirty="0" smtClean="0">
                <a:solidFill>
                  <a:schemeClr val="accent2"/>
                </a:solidFill>
              </a:rPr>
              <a:t> координаты появления противников.</a:t>
            </a:r>
          </a:p>
          <a:p>
            <a:pPr marL="1828800" lvl="3" indent="-457200" algn="just">
              <a:buFont typeface="Arial" panose="020B0604020202020204" pitchFamily="34" charset="0"/>
              <a:buChar char="•"/>
            </a:pPr>
            <a:r>
              <a:rPr lang="ru-RU" sz="3200" b="1" dirty="0" smtClean="0">
                <a:solidFill>
                  <a:schemeClr val="accent2"/>
                </a:solidFill>
              </a:rPr>
              <a:t>3 строка</a:t>
            </a:r>
            <a:r>
              <a:rPr lang="en-US" sz="3200" b="1" dirty="0" smtClean="0">
                <a:solidFill>
                  <a:schemeClr val="accent2"/>
                </a:solidFill>
              </a:rPr>
              <a:t>: </a:t>
            </a:r>
            <a:r>
              <a:rPr lang="ru-RU" sz="3200" b="1" dirty="0" smtClean="0">
                <a:solidFill>
                  <a:schemeClr val="accent2"/>
                </a:solidFill>
              </a:rPr>
              <a:t>координаты </a:t>
            </a:r>
            <a:r>
              <a:rPr lang="ru-RU" sz="3200" b="1" dirty="0" err="1" smtClean="0">
                <a:solidFill>
                  <a:schemeClr val="accent2"/>
                </a:solidFill>
              </a:rPr>
              <a:t>спавна</a:t>
            </a:r>
            <a:r>
              <a:rPr lang="ru-RU" sz="3200" b="1" dirty="0" smtClean="0">
                <a:solidFill>
                  <a:schemeClr val="accent2"/>
                </a:solidFill>
              </a:rPr>
              <a:t> игрока.</a:t>
            </a:r>
          </a:p>
          <a:p>
            <a:pPr marL="1828800" lvl="3" indent="-457200" algn="just">
              <a:buFont typeface="Arial" panose="020B0604020202020204" pitchFamily="34" charset="0"/>
              <a:buChar char="•"/>
            </a:pPr>
            <a:r>
              <a:rPr lang="ru-RU" sz="3200" b="1" dirty="0" smtClean="0">
                <a:solidFill>
                  <a:schemeClr val="accent2"/>
                </a:solidFill>
              </a:rPr>
              <a:t>4 строка</a:t>
            </a:r>
            <a:r>
              <a:rPr lang="en-US" sz="3200" b="1" dirty="0" smtClean="0">
                <a:solidFill>
                  <a:schemeClr val="accent2"/>
                </a:solidFill>
              </a:rPr>
              <a:t>:</a:t>
            </a:r>
            <a:r>
              <a:rPr lang="ru-RU" sz="3200" b="1" dirty="0" smtClean="0">
                <a:solidFill>
                  <a:schemeClr val="accent2"/>
                </a:solidFill>
              </a:rPr>
              <a:t> координаты базы.</a:t>
            </a:r>
          </a:p>
        </p:txBody>
      </p:sp>
    </p:spTree>
    <p:extLst>
      <p:ext uri="{BB962C8B-B14F-4D97-AF65-F5344CB8AC3E}">
        <p14:creationId xmlns:p14="http://schemas.microsoft.com/office/powerpoint/2010/main" val="4281795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46974" y="437882"/>
            <a:ext cx="1079249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b="1" dirty="0" smtClean="0">
                <a:solidFill>
                  <a:schemeClr val="accent2"/>
                </a:solidFill>
              </a:rPr>
              <a:t>Классы</a:t>
            </a:r>
            <a:r>
              <a:rPr lang="en-US" sz="3200" b="1" dirty="0" smtClean="0">
                <a:solidFill>
                  <a:schemeClr val="accent2"/>
                </a:solidFill>
              </a:rPr>
              <a:t>: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2"/>
                </a:solidFill>
              </a:rPr>
              <a:t>Tank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2"/>
                </a:solidFill>
              </a:rPr>
              <a:t>Player(Tank)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2"/>
                </a:solidFill>
              </a:rPr>
              <a:t>Enemy(Tank)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2"/>
                </a:solidFill>
              </a:rPr>
              <a:t>Base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2"/>
                </a:solidFill>
              </a:rPr>
              <a:t>Bullet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2"/>
                </a:solidFill>
              </a:rPr>
              <a:t>Object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2"/>
                </a:solidFill>
              </a:rPr>
              <a:t>Brick(Object)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2"/>
                </a:solidFill>
              </a:rPr>
              <a:t>Water(Object)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2"/>
                </a:solidFill>
              </a:rPr>
              <a:t>Grass(Object)</a:t>
            </a:r>
            <a:endParaRPr lang="ru-RU" sz="3200" b="1" dirty="0" smtClean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896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46974" y="437882"/>
            <a:ext cx="1079249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b="1" dirty="0" smtClean="0">
                <a:solidFill>
                  <a:schemeClr val="accent2"/>
                </a:solidFill>
              </a:rPr>
              <a:t>В заключение… Проект получился очень сырым</a:t>
            </a:r>
            <a:r>
              <a:rPr lang="en-US" sz="3200" b="1" dirty="0" smtClean="0">
                <a:solidFill>
                  <a:schemeClr val="accent2"/>
                </a:solidFill>
              </a:rPr>
              <a:t>,</a:t>
            </a:r>
            <a:r>
              <a:rPr lang="ru-RU" sz="3200" b="1" dirty="0" smtClean="0">
                <a:solidFill>
                  <a:schemeClr val="accent2"/>
                </a:solidFill>
              </a:rPr>
              <a:t> ибо его автор решил на него забить</a:t>
            </a:r>
            <a:r>
              <a:rPr lang="en-US" sz="3200" b="1" dirty="0" smtClean="0">
                <a:solidFill>
                  <a:schemeClr val="accent2"/>
                </a:solidFill>
              </a:rPr>
              <a:t> :/ </a:t>
            </a:r>
            <a:r>
              <a:rPr lang="ru-RU" sz="3200" b="1" dirty="0" smtClean="0">
                <a:solidFill>
                  <a:schemeClr val="accent2"/>
                </a:solidFill>
              </a:rPr>
              <a:t>Ему стал не интересен этот</a:t>
            </a:r>
            <a:r>
              <a:rPr lang="en-US" sz="3200" b="1" dirty="0" smtClean="0">
                <a:solidFill>
                  <a:schemeClr val="accent2"/>
                </a:solidFill>
              </a:rPr>
              <a:t> </a:t>
            </a:r>
            <a:r>
              <a:rPr lang="ru-RU" sz="3200" b="1" dirty="0" smtClean="0">
                <a:solidFill>
                  <a:schemeClr val="accent2"/>
                </a:solidFill>
              </a:rPr>
              <a:t>проект</a:t>
            </a:r>
            <a:r>
              <a:rPr lang="en-US" sz="3200" b="1" dirty="0" smtClean="0">
                <a:solidFill>
                  <a:schemeClr val="accent2"/>
                </a:solidFill>
              </a:rPr>
              <a:t>,</a:t>
            </a:r>
            <a:r>
              <a:rPr lang="ru-RU" sz="3200" b="1" dirty="0" smtClean="0">
                <a:solidFill>
                  <a:schemeClr val="accent2"/>
                </a:solidFill>
              </a:rPr>
              <a:t> хоть он сам и выбрал его</a:t>
            </a:r>
            <a:r>
              <a:rPr lang="en-US" sz="3200" b="1" dirty="0" smtClean="0">
                <a:solidFill>
                  <a:schemeClr val="accent2"/>
                </a:solidFill>
              </a:rPr>
              <a:t> :/ </a:t>
            </a:r>
            <a:r>
              <a:rPr lang="ru-RU" sz="3200" b="1" dirty="0" smtClean="0">
                <a:solidFill>
                  <a:schemeClr val="accent2"/>
                </a:solidFill>
              </a:rPr>
              <a:t>А ещё ему было очень лень его делать</a:t>
            </a:r>
            <a:r>
              <a:rPr lang="en-US" sz="3200" b="1" dirty="0" smtClean="0">
                <a:solidFill>
                  <a:schemeClr val="accent2"/>
                </a:solidFill>
              </a:rPr>
              <a:t>,</a:t>
            </a:r>
            <a:r>
              <a:rPr lang="ru-RU" sz="3200" b="1" dirty="0" smtClean="0">
                <a:solidFill>
                  <a:schemeClr val="accent2"/>
                </a:solidFill>
              </a:rPr>
              <a:t> но зато он поучил немного </a:t>
            </a:r>
            <a:r>
              <a:rPr lang="en-US" sz="3200" b="1" dirty="0" smtClean="0">
                <a:solidFill>
                  <a:schemeClr val="accent2"/>
                </a:solidFill>
              </a:rPr>
              <a:t>C++, </a:t>
            </a:r>
            <a:r>
              <a:rPr lang="ru-RU" sz="3200" b="1" dirty="0" smtClean="0">
                <a:solidFill>
                  <a:schemeClr val="accent2"/>
                </a:solidFill>
              </a:rPr>
              <a:t>съездил на олимпиаду и доволен)</a:t>
            </a:r>
            <a:endParaRPr lang="ru-RU" sz="3200" b="1" dirty="0">
              <a:solidFill>
                <a:schemeClr val="accent2"/>
              </a:solidFill>
            </a:endParaRPr>
          </a:p>
          <a:p>
            <a:pPr algn="just"/>
            <a:r>
              <a:rPr lang="ru-RU" sz="3200" b="1" dirty="0" smtClean="0">
                <a:solidFill>
                  <a:schemeClr val="accent2"/>
                </a:solidFill>
              </a:rPr>
              <a:t>Вывод</a:t>
            </a:r>
            <a:r>
              <a:rPr lang="en-US" sz="3200" b="1" dirty="0" smtClean="0">
                <a:solidFill>
                  <a:schemeClr val="accent2"/>
                </a:solidFill>
              </a:rPr>
              <a:t>:</a:t>
            </a:r>
            <a:r>
              <a:rPr lang="ru-RU" sz="3200" b="1" dirty="0" smtClean="0">
                <a:solidFill>
                  <a:schemeClr val="accent2"/>
                </a:solidFill>
              </a:rPr>
              <a:t> Автор дурачок</a:t>
            </a:r>
            <a:r>
              <a:rPr lang="en-US" sz="3200" b="1" dirty="0" smtClean="0">
                <a:solidFill>
                  <a:schemeClr val="accent2"/>
                </a:solidFill>
              </a:rPr>
              <a:t> </a:t>
            </a:r>
            <a:r>
              <a:rPr lang="en-US" sz="3200" b="1" dirty="0" smtClean="0">
                <a:solidFill>
                  <a:schemeClr val="accent2"/>
                </a:solidFill>
                <a:sym typeface="Wingdings" panose="05000000000000000000" pitchFamily="2" charset="2"/>
              </a:rPr>
              <a:t></a:t>
            </a:r>
            <a:endParaRPr lang="ru-RU" sz="3200" b="1" dirty="0" smtClean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49722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244</Words>
  <Application>Microsoft Office PowerPoint</Application>
  <PresentationFormat>Широкоэкранный</PresentationFormat>
  <Paragraphs>33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Impact</vt:lpstr>
      <vt:lpstr>Wingdings</vt:lpstr>
      <vt:lpstr>Тема Office</vt:lpstr>
      <vt:lpstr>Проект “PYGAME”   “Tanks”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“PYGAME”   “Tank”</dc:title>
  <dc:creator>User</dc:creator>
  <cp:lastModifiedBy>User</cp:lastModifiedBy>
  <cp:revision>4</cp:revision>
  <dcterms:created xsi:type="dcterms:W3CDTF">2020-01-22T12:33:55Z</dcterms:created>
  <dcterms:modified xsi:type="dcterms:W3CDTF">2020-01-22T12:59:52Z</dcterms:modified>
</cp:coreProperties>
</file>